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3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F100-79AD-4ED9-8FA6-08B7A135B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223B4-5868-41D1-A419-1C93ED57A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3907B-9655-4D09-8752-D35A19CD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68187-B778-49C6-9E5D-7A9CD5D7E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671E1-107A-411B-9178-D33819F9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1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88D2-2689-47EE-A9C4-38FE9DA3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310CD-D848-4A42-936C-522ACDE88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1FE4-A747-4635-ADF2-43F40444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61881-E85D-4788-B822-174B7B7F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35E40-9BBA-49EC-B7FC-796C6D4D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8710-8A2A-4C40-A401-1029B27E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EE9ED-81C7-44C9-9B53-F5F87F4C6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08C3-FB02-41A1-9770-42B48AB3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2A538-04DF-4657-9240-14B9FB6A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CFAD8-CEF0-4C12-9D24-C14FFCDF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1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A6C0-65F6-481D-B192-769A02504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17EFC-320A-43BB-9972-7A5B1AB18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F0725-E19C-4B26-AC37-D485D05B3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051FD-DDAE-4B9F-AF8F-D54280F4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7DDFC-8BD0-4FAC-8507-6841E91C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530CF-6452-4E53-B783-E3328352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7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DCCF-7E84-4E5F-AE55-FB06DBA9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1F57A-C8BD-452D-94D3-3566B075B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5CBD5-4FC9-41C6-9009-1CF4A7710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B97A20-4493-482B-9C47-7D591D1D10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B86CFC-536B-4740-98D3-7E5EF7617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A1FED-A4BE-45E1-8014-1F397490C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BB7F5-898B-475A-9EF6-AA55C348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8B03F1-244C-41CC-8808-C505F268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6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6419-07FB-4AFE-8CCB-2536ADC5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5AFB2-EB2C-4E91-885B-670A6802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A3748-9779-4282-8686-68C9A6D7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40B74-CEF0-44FD-9DF3-E1CACC9D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1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3B93D-A113-40EA-9AA7-CFB8A123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C7BA6-58C2-4242-8AA8-465A1094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F55B3-7769-4D93-82DC-C79AB1797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2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4643-5601-4FE0-A3BE-84EA1B09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69A67-8C3D-49FB-ADF0-34DE90F85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F333B-C893-4103-A22F-3266FF9F5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8DAEE-AA56-4575-85D7-1EC1A426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0895E-1414-4BF0-A003-2FE30F9B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306DA-8833-4C75-A4F3-82261ECAE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0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43DF8-8921-4D41-A92D-009F58D6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EBF87-8C08-44B6-88E2-029157F7B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86349-8DD1-4022-85B6-A3C3D26C4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2E3C9-BAC2-48CB-89E2-F1CA510A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B4BEF-E87F-495D-9AB8-811C6AA3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21BBB-1499-4024-B395-1C61B354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6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90D3-D924-462D-A8F4-026BBE98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6A42B-5B8F-43D4-AFAA-7D99A9062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38E45-8E14-43E0-9B68-C31A74EC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23584-958A-4B33-BAE3-81D154E1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D1167-97D5-48A7-9968-50D2F29B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4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7A0A3-26EB-480C-BDC2-5D81FD8CC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BDE31-C564-433C-9926-65FAFE387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6585C-F1C3-450C-A862-8936C478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9378-77DC-49CD-B3CF-CBB8DD12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BC180-51F7-4F34-BAED-81B9E056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1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E90DE5-3C13-4D2D-AD16-6C01D3A3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9FD1-AA9E-4E95-ADBA-2600A7C4D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8BA87-2FF7-45F0-A163-F75D1DFE7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3DCED-6B12-4D19-8BDB-D313E750D636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99125-2804-4D70-8108-417AC473C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276E7-CE98-447B-A9D1-E50EA7E54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F413D-117A-4C5D-A626-280A04572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2B1C0B3E-CC43-4D53-8A8E-97D5F3A4FEAA}"/>
              </a:ext>
            </a:extLst>
          </p:cNvPr>
          <p:cNvGrpSpPr/>
          <p:nvPr/>
        </p:nvGrpSpPr>
        <p:grpSpPr>
          <a:xfrm>
            <a:off x="480471" y="738134"/>
            <a:ext cx="10070926" cy="4312966"/>
            <a:chOff x="480471" y="738134"/>
            <a:chExt cx="10070926" cy="431296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B65F0F-56EA-4209-80F1-9EFF1687D979}"/>
                </a:ext>
              </a:extLst>
            </p:cNvPr>
            <p:cNvSpPr/>
            <p:nvPr/>
          </p:nvSpPr>
          <p:spPr>
            <a:xfrm>
              <a:off x="2172467" y="3191195"/>
              <a:ext cx="2847528" cy="36576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1573482-7F11-4DFF-A2ED-FE1A0956E207}"/>
                </a:ext>
              </a:extLst>
            </p:cNvPr>
            <p:cNvSpPr/>
            <p:nvPr/>
          </p:nvSpPr>
          <p:spPr>
            <a:xfrm>
              <a:off x="2172467" y="2825435"/>
              <a:ext cx="2847528" cy="36576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2FBA8E-A552-4246-9ECD-4091416E164A}"/>
                </a:ext>
              </a:extLst>
            </p:cNvPr>
            <p:cNvSpPr/>
            <p:nvPr/>
          </p:nvSpPr>
          <p:spPr>
            <a:xfrm>
              <a:off x="2172467" y="2093915"/>
              <a:ext cx="2847528" cy="36576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7FF0D273-ADEA-4905-9005-CBFB2A42D126}"/>
                </a:ext>
              </a:extLst>
            </p:cNvPr>
            <p:cNvSpPr/>
            <p:nvPr/>
          </p:nvSpPr>
          <p:spPr>
            <a:xfrm rot="16200000">
              <a:off x="3297058" y="2498951"/>
              <a:ext cx="598347" cy="2847528"/>
            </a:xfrm>
            <a:prstGeom prst="leftBrace">
              <a:avLst>
                <a:gd name="adj1" fmla="val 8333"/>
                <a:gd name="adj2" fmla="val 49412"/>
              </a:avLst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11376A-0E5B-4CA9-A654-238CC3A69011}"/>
                </a:ext>
              </a:extLst>
            </p:cNvPr>
            <p:cNvSpPr txBox="1"/>
            <p:nvPr/>
          </p:nvSpPr>
          <p:spPr>
            <a:xfrm>
              <a:off x="2853665" y="4395508"/>
              <a:ext cx="14851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dirty="0"/>
                <a:t>c (a + c)</a:t>
              </a:r>
            </a:p>
            <a:p>
              <a:pPr algn="ctr" rtl="1"/>
              <a:r>
                <a:rPr lang="fa-IR" dirty="0"/>
                <a:t>بازیکن</a:t>
              </a:r>
              <a:endParaRPr lang="en-US" dirty="0"/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7057FC54-F317-4A62-AC15-F4D64C1C3E09}"/>
                </a:ext>
              </a:extLst>
            </p:cNvPr>
            <p:cNvSpPr/>
            <p:nvPr/>
          </p:nvSpPr>
          <p:spPr>
            <a:xfrm>
              <a:off x="1504059" y="2093915"/>
              <a:ext cx="598347" cy="1463040"/>
            </a:xfrm>
            <a:prstGeom prst="leftBrace">
              <a:avLst>
                <a:gd name="adj1" fmla="val 8333"/>
                <a:gd name="adj2" fmla="val 49412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8FB512-8526-4457-A6F5-413D7FD13A87}"/>
                </a:ext>
              </a:extLst>
            </p:cNvPr>
            <p:cNvSpPr/>
            <p:nvPr/>
          </p:nvSpPr>
          <p:spPr>
            <a:xfrm>
              <a:off x="2172467" y="1735269"/>
              <a:ext cx="598347" cy="36576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0C4DFA-4EBE-48E9-9F45-B92C59D20FB9}"/>
                </a:ext>
              </a:extLst>
            </p:cNvPr>
            <p:cNvSpPr/>
            <p:nvPr/>
          </p:nvSpPr>
          <p:spPr>
            <a:xfrm>
              <a:off x="2770814" y="1735269"/>
              <a:ext cx="598347" cy="36576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E07295-5CF7-4F98-BEC1-46AA946A0C50}"/>
                </a:ext>
              </a:extLst>
            </p:cNvPr>
            <p:cNvSpPr/>
            <p:nvPr/>
          </p:nvSpPr>
          <p:spPr>
            <a:xfrm>
              <a:off x="4421648" y="1740667"/>
              <a:ext cx="598347" cy="36576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7BE03-F2AD-4400-AFC8-34E0701C93CA}"/>
                </a:ext>
              </a:extLst>
            </p:cNvPr>
            <p:cNvCxnSpPr>
              <a:cxnSpLocks/>
            </p:cNvCxnSpPr>
            <p:nvPr/>
          </p:nvCxnSpPr>
          <p:spPr>
            <a:xfrm>
              <a:off x="3528724" y="1918149"/>
              <a:ext cx="693472" cy="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EA933F7-D33A-4BC1-9EC8-ECBC1B41E55C}"/>
                </a:ext>
              </a:extLst>
            </p:cNvPr>
            <p:cNvCxnSpPr>
              <a:cxnSpLocks/>
            </p:cNvCxnSpPr>
            <p:nvPr/>
          </p:nvCxnSpPr>
          <p:spPr>
            <a:xfrm>
              <a:off x="3596231" y="2539455"/>
              <a:ext cx="0" cy="230702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4674FC-0D53-42C8-9B6C-C6964101C169}"/>
                </a:ext>
              </a:extLst>
            </p:cNvPr>
            <p:cNvSpPr txBox="1"/>
            <p:nvPr/>
          </p:nvSpPr>
          <p:spPr>
            <a:xfrm>
              <a:off x="480471" y="2539455"/>
              <a:ext cx="9450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dirty="0"/>
                <a:t>a </a:t>
              </a:r>
            </a:p>
            <a:p>
              <a:pPr algn="ctr" rtl="1"/>
              <a:r>
                <a:rPr lang="fa-IR" dirty="0"/>
                <a:t>کاندید</a:t>
              </a:r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CB2B77D-E834-4808-B540-38D20E61C03C}"/>
                </a:ext>
              </a:extLst>
            </p:cNvPr>
            <p:cNvSpPr/>
            <p:nvPr/>
          </p:nvSpPr>
          <p:spPr>
            <a:xfrm>
              <a:off x="5845412" y="3198309"/>
              <a:ext cx="2847528" cy="365760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3BDA9-4F53-4860-B08F-C82C484593B7}"/>
                </a:ext>
              </a:extLst>
            </p:cNvPr>
            <p:cNvSpPr/>
            <p:nvPr/>
          </p:nvSpPr>
          <p:spPr>
            <a:xfrm>
              <a:off x="5845412" y="2832549"/>
              <a:ext cx="2847528" cy="365760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E3063D6-07F7-4FB9-BD7D-9261B2CBBE05}"/>
                </a:ext>
              </a:extLst>
            </p:cNvPr>
            <p:cNvSpPr/>
            <p:nvPr/>
          </p:nvSpPr>
          <p:spPr>
            <a:xfrm>
              <a:off x="5845412" y="1910046"/>
              <a:ext cx="2847528" cy="365760"/>
            </a:xfrm>
            <a:prstGeom prst="rect">
              <a:avLst/>
            </a:prstGeom>
            <a:solidFill>
              <a:srgbClr val="00B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46E392C1-4F0B-42D8-BEB4-6E2B53985122}"/>
                </a:ext>
              </a:extLst>
            </p:cNvPr>
            <p:cNvSpPr/>
            <p:nvPr/>
          </p:nvSpPr>
          <p:spPr>
            <a:xfrm rot="16200000">
              <a:off x="6970004" y="2506065"/>
              <a:ext cx="598347" cy="2847528"/>
            </a:xfrm>
            <a:prstGeom prst="leftBrace">
              <a:avLst>
                <a:gd name="adj1" fmla="val 8333"/>
                <a:gd name="adj2" fmla="val 49412"/>
              </a:avLst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3052C84-BF17-4B5C-992D-C912B7CE1535}"/>
                </a:ext>
              </a:extLst>
            </p:cNvPr>
            <p:cNvCxnSpPr>
              <a:cxnSpLocks/>
            </p:cNvCxnSpPr>
            <p:nvPr/>
          </p:nvCxnSpPr>
          <p:spPr>
            <a:xfrm>
              <a:off x="7281450" y="2368848"/>
              <a:ext cx="0" cy="321529"/>
            </a:xfrm>
            <a:prstGeom prst="line">
              <a:avLst/>
            </a:prstGeom>
            <a:ln w="952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232CBB8-4BC9-40B5-95F6-C497C99C3CBD}"/>
                </a:ext>
              </a:extLst>
            </p:cNvPr>
            <p:cNvSpPr txBox="1"/>
            <p:nvPr/>
          </p:nvSpPr>
          <p:spPr>
            <a:xfrm>
              <a:off x="6454502" y="4404769"/>
              <a:ext cx="16293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dirty="0"/>
                <a:t>c (b - c)</a:t>
              </a:r>
            </a:p>
            <a:p>
              <a:pPr algn="ctr" rtl="1"/>
              <a:r>
                <a:rPr lang="fa-IR" dirty="0"/>
                <a:t>بازیکن</a:t>
              </a:r>
              <a:endParaRPr lang="en-US" dirty="0"/>
            </a:p>
          </p:txBody>
        </p:sp>
        <p:sp>
          <p:nvSpPr>
            <p:cNvPr id="27" name="Left Brace 26">
              <a:extLst>
                <a:ext uri="{FF2B5EF4-FFF2-40B4-BE49-F238E27FC236}">
                  <a16:creationId xmlns:a16="http://schemas.microsoft.com/office/drawing/2014/main" id="{3C4D4ED4-199F-4624-ABD8-DAE1B3C8580B}"/>
                </a:ext>
              </a:extLst>
            </p:cNvPr>
            <p:cNvSpPr/>
            <p:nvPr/>
          </p:nvSpPr>
          <p:spPr>
            <a:xfrm rot="10800000">
              <a:off x="8850452" y="1910046"/>
              <a:ext cx="598347" cy="1683731"/>
            </a:xfrm>
            <a:prstGeom prst="leftBrace">
              <a:avLst>
                <a:gd name="adj1" fmla="val 8333"/>
                <a:gd name="adj2" fmla="val 49412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69E5D04-B4F0-44D7-89FA-52027C360614}"/>
                </a:ext>
              </a:extLst>
            </p:cNvPr>
            <p:cNvSpPr txBox="1"/>
            <p:nvPr/>
          </p:nvSpPr>
          <p:spPr>
            <a:xfrm>
              <a:off x="9606313" y="2551978"/>
              <a:ext cx="9450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dirty="0"/>
                <a:t>b </a:t>
              </a:r>
            </a:p>
            <a:p>
              <a:pPr algn="ctr" rtl="1"/>
              <a:r>
                <a:rPr lang="fa-IR" dirty="0"/>
                <a:t>کاندید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BE402D-0176-4413-B1A2-9A812DCDBD8C}"/>
                </a:ext>
              </a:extLst>
            </p:cNvPr>
            <p:cNvSpPr txBox="1"/>
            <p:nvPr/>
          </p:nvSpPr>
          <p:spPr>
            <a:xfrm>
              <a:off x="1999098" y="738134"/>
              <a:ext cx="9450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dirty="0"/>
                <a:t>a + c</a:t>
              </a:r>
            </a:p>
            <a:p>
              <a:pPr algn="ctr" rtl="1"/>
              <a:r>
                <a:rPr lang="fa-IR" dirty="0"/>
                <a:t>بازیکن</a:t>
              </a:r>
              <a:endParaRPr lang="en-US" dirty="0"/>
            </a:p>
          </p:txBody>
        </p:sp>
        <p:sp>
          <p:nvSpPr>
            <p:cNvPr id="30" name="Left Brace 29">
              <a:extLst>
                <a:ext uri="{FF2B5EF4-FFF2-40B4-BE49-F238E27FC236}">
                  <a16:creationId xmlns:a16="http://schemas.microsoft.com/office/drawing/2014/main" id="{5E5F5642-7E37-4D9D-A052-F68626D1F583}"/>
                </a:ext>
              </a:extLst>
            </p:cNvPr>
            <p:cNvSpPr/>
            <p:nvPr/>
          </p:nvSpPr>
          <p:spPr>
            <a:xfrm rot="5400000">
              <a:off x="2387315" y="1344657"/>
              <a:ext cx="168651" cy="598345"/>
            </a:xfrm>
            <a:prstGeom prst="leftBrace">
              <a:avLst>
                <a:gd name="adj1" fmla="val 38077"/>
                <a:gd name="adj2" fmla="val 48993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7549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Ilia Yazdani</dc:creator>
  <cp:lastModifiedBy>Ilia Yazdani</cp:lastModifiedBy>
  <cp:revision>4</cp:revision>
  <dcterms:created xsi:type="dcterms:W3CDTF">2026-08-09T13:43:31Z</dcterms:created>
  <dcterms:modified xsi:type="dcterms:W3CDTF">2026-08-09T14:37:46Z</dcterms:modified>
</cp:coreProperties>
</file>